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Handwritten Text Reader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Streamlit App for OCR using EasyOCR &amp; TrOCR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E47CB-7F8B-E262-B5DD-CF120E762D06}"/>
              </a:ext>
            </a:extLst>
          </p:cNvPr>
          <p:cNvSpPr txBox="1"/>
          <p:nvPr/>
        </p:nvSpPr>
        <p:spPr>
          <a:xfrm>
            <a:off x="6416386" y="5924550"/>
            <a:ext cx="2712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Performer: E72-23 group</a:t>
            </a:r>
          </a:p>
          <a:p>
            <a:r>
              <a:rPr lang="en-US" dirty="0"/>
              <a:t>		   Topiqov </a:t>
            </a:r>
            <a:r>
              <a:rPr lang="en-US" dirty="0" err="1"/>
              <a:t>Asilbek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Web app for extracting handwritten text from images</a:t>
            </a:r>
          </a:p>
          <a:p>
            <a:r>
              <a:t>Built with Streamlit</a:t>
            </a:r>
          </a:p>
          <a:p>
            <a:r>
              <a:t>Uses EasyOCR for detection, TrOCR for recognition</a:t>
            </a:r>
          </a:p>
          <a:p>
            <a:r>
              <a:t>Supports English, Russian, and Uzbek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Image upload and visualization</a:t>
            </a:r>
          </a:p>
          <a:p>
            <a:r>
              <a:t>Configurable OCR confidence threshold</a:t>
            </a:r>
          </a:p>
          <a:p>
            <a:r>
              <a:t>Text region detection with EasyOCR</a:t>
            </a:r>
          </a:p>
          <a:p>
            <a:r>
              <a:t>Handwritten text recognition using TrOCR (transformer-based)</a:t>
            </a:r>
          </a:p>
          <a:p>
            <a:r>
              <a:t>Spell correction using PySpellChecker</a:t>
            </a:r>
          </a:p>
          <a:p>
            <a:r>
              <a:t>Text preview and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Streamlit UI with custom CSS</a:t>
            </a:r>
          </a:p>
          <a:p>
            <a:r>
              <a:t>Backend: PyTorch, EasyOCR, TrOCR</a:t>
            </a:r>
          </a:p>
          <a:p>
            <a:r>
              <a:t>Preprocessing: Cropping detected text regions with padding</a:t>
            </a:r>
          </a:p>
          <a:p>
            <a:r>
              <a:t>Wordlist loading with encoding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Python: torch, transformers, easyocr, opencv-python-headless</a:t>
            </a:r>
          </a:p>
          <a:p>
            <a:r>
              <a:t>Streamlit for UI</a:t>
            </a:r>
          </a:p>
          <a:p>
            <a:r>
              <a:t>pyspellchecker for spell correction</a:t>
            </a:r>
          </a:p>
          <a:p>
            <a:r>
              <a:t>System: tesseract-ocr, libsm6, libxrender1,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app.py – Main Streamlit app</a:t>
            </a:r>
          </a:p>
          <a:p>
            <a:r>
              <a:t>requirements.txt – Python packages</a:t>
            </a:r>
          </a:p>
          <a:p>
            <a:r>
              <a:t>packages.txt – System dependencies for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Interface 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66B9E-E48F-143C-57C5-2A685CC11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5286"/>
            <a:ext cx="8229600" cy="375579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Handwritten Input Image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42BED3-E58D-D1C0-B7C9-C374B1B90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79030"/>
            <a:ext cx="8229600" cy="356830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Detected Text Regions (EasyOCR)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9C2E9-74E4-54C3-EBE3-83CED3B3C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361" y="1518122"/>
            <a:ext cx="6340846" cy="413316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TrOCR Text Recognition Result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4CC0B1-2C89-B84A-0FA1-371A5ED43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15" y="1033917"/>
            <a:ext cx="6403944" cy="5549445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 with Corrections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BC326-70AD-88DF-3D51-86A5411B8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28" y="1858780"/>
            <a:ext cx="8455529" cy="391243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1096" y="1248945"/>
            <a:ext cx="2741808" cy="1362075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Handwritten Text Reader</vt:lpstr>
      <vt:lpstr>Project Overview</vt:lpstr>
      <vt:lpstr>Key Features</vt:lpstr>
      <vt:lpstr>Technical Components</vt:lpstr>
      <vt:lpstr>Dependencies</vt:lpstr>
      <vt:lpstr>Project Files</vt:lpstr>
      <vt:lpstr>App Interface Screenshot</vt:lpstr>
      <vt:lpstr>Sample Handwritten Input Image</vt:lpstr>
      <vt:lpstr>Detected Text Regions (EasyOCR)</vt:lpstr>
      <vt:lpstr>TrOCR Text Recognition Result</vt:lpstr>
      <vt:lpstr>Final Output with Corrections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iFiX-ADMIN</dc:creator>
  <cp:keywords/>
  <dc:description>generated using python-pptx</dc:description>
  <cp:lastModifiedBy>Aslbek Topiqov</cp:lastModifiedBy>
  <cp:revision>3</cp:revision>
  <dcterms:created xsi:type="dcterms:W3CDTF">2013-01-27T09:14:16Z</dcterms:created>
  <dcterms:modified xsi:type="dcterms:W3CDTF">2025-05-26T11:44:43Z</dcterms:modified>
  <cp:category/>
</cp:coreProperties>
</file>